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206240" cy="42062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MENTORSHIP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SkillShare Hub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freshers with expert guidance and real-world career roadmaps.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005840" cy="0"/>
          </a:xfrm>
          <a:prstGeom prst="line">
            <a:avLst/>
          </a:prstGeom>
          <a:noFill/>
          <a:ln w="38100">
            <a:solidFill>
              <a:srgbClr val="FF6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Share Hub Project 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57312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9202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so many talented graduates 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lost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after leaving campus?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148840" y="37947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capable students graduate with strong academic records — yet struggle to translate that knowledge into a clear, confident first step in their careers.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Facing Youth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barriers stand between graduation and a confident career start.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10712" cy="3840480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23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337560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Direction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3886200"/>
            <a:ext cx="26791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often possess theoretical knowledge but lack a clear understanding of practical career paths and next steps.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53712" y="1920240"/>
            <a:ext cx="3410712" cy="3840480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982" y="24835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19472" y="3337560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Academia-Industry Gap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919472" y="3886200"/>
            <a:ext cx="26791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curriculums often lag behind current industry standards, leaving freshers underprepared for real jobs.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84464" y="1920240"/>
            <a:ext cx="3410712" cy="3840480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50224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24835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0224" y="3337560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Overload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50224" y="3886200"/>
            <a:ext cx="26791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flooded with unstructured advice, making it overwhelming for students to find specific, reliable guidance.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 Gap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6" name="Image 0" descr="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7340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42316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SkillShare Hub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web-based platform that democratizes career counseling. We connect experienced professionals directly with students.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38404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providing a structured environment for mentorship, we allow industry experts to share real-world roadmaps, ensuring the next generation is job-ready and confident.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shared journey toward career clarity.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423160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6" name="Image 0" descr="icons/men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6426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5204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Mentor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4069080"/>
            <a:ext cx="4343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professionals who want to build their personal brand and give back to the community. They create roadmaps, answer queries, and share industry insights.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4231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ment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6426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35204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Mentee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0" y="4069080"/>
            <a:ext cx="4343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freshers seeking guidance. They browse verified content, ask specific career questions, and follow custom learning paths set by experts.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and mentors get inside SkillShare Hub.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13432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53288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1305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Career Roadmaps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240280" y="25603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guides (e.g. "Zero to Data Scientist") curated by working professionals.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313432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11" name="Image 1" descr="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53288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1305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Forum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726680" y="25603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space where students ask sector-specific questions and get answers from verified experts.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931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4370832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4590288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40280" y="41879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Skill-Based Filtering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240280" y="46177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mentors by specific tags like Python, Digital Marketing, or Civil Engineering.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931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370832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21" name="Image 3" descr="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590288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26680" y="418795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Library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726680" y="46177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of articles, video links, and tools recommended by industry leaders.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Scale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10712" cy="3749040"/>
          </a:xfrm>
          <a:prstGeom prst="roundRect">
            <a:avLst>
              <a:gd name="adj" fmla="val 2681"/>
            </a:avLst>
          </a:prstGeom>
          <a:solidFill>
            <a:srgbClr val="141B47"/>
          </a:solidFill>
          <a:ln/>
        </p:spPr>
      </p:sp>
      <p:sp>
        <p:nvSpPr>
          <p:cNvPr id="5" name="Shape 3"/>
          <p:cNvSpPr/>
          <p:nvPr/>
        </p:nvSpPr>
        <p:spPr>
          <a:xfrm>
            <a:off x="2071116" y="2423160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6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572" y="26426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52044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4069080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and JavaScript for a responsive and intuitive user interface.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53712" y="2011680"/>
            <a:ext cx="3410712" cy="3749040"/>
          </a:xfrm>
          <a:prstGeom prst="roundRect">
            <a:avLst>
              <a:gd name="adj" fmla="val 2681"/>
            </a:avLst>
          </a:prstGeom>
          <a:solidFill>
            <a:srgbClr val="141B47"/>
          </a:solidFill>
          <a:ln/>
        </p:spPr>
      </p:sp>
      <p:sp>
        <p:nvSpPr>
          <p:cNvPr id="10" name="Shape 7"/>
          <p:cNvSpPr/>
          <p:nvPr/>
        </p:nvSpPr>
        <p:spPr>
          <a:xfrm>
            <a:off x="5801868" y="2423160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11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26426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8032" y="352044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73752" y="4069080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or PHP to handle secure user authentication and server-side logic.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84464" y="2011680"/>
            <a:ext cx="3410712" cy="3749040"/>
          </a:xfrm>
          <a:prstGeom prst="roundRect">
            <a:avLst>
              <a:gd name="adj" fmla="val 2681"/>
            </a:avLst>
          </a:prstGeom>
          <a:solidFill>
            <a:srgbClr val="141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9532620" y="2423160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16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6" y="264261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58784" y="352044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04504" y="4069080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or MongoDB for efficient storage of user profiles, Q&amp;A threads, and article content.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sign-up to career success in four steps.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2606040"/>
            <a:ext cx="96926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2306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516" y="236829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291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3474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Register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up and selects their role — Mentor or Mentee.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7116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conn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368296"/>
            <a:ext cx="475488" cy="4754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57016" y="3291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739896" y="3474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Connect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39896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 searches for skills; Mentor builds their profile.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091172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inter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368296"/>
            <a:ext cx="475488" cy="47548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91072" y="3291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473952" y="3474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Interact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73952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asked, and roadmaps are shared and followed.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825228" y="2148840"/>
            <a:ext cx="914400" cy="91440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21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684" y="2368296"/>
            <a:ext cx="475488" cy="47548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025128" y="32918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9208008" y="3474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Succeed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08008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 gains clarity and skills to land their dream job.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SkillShare Hub is designed to evolve. Future updates will focus on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interaction and automation.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10712" cy="3566160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146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483" y="2723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520440"/>
            <a:ext cx="2770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1-on-1 Video Mentorship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2770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 connecting mentees directly with their chosen mentors.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53712" y="2148840"/>
            <a:ext cx="3410712" cy="3566160"/>
          </a:xfrm>
          <a:prstGeom prst="roundRect">
            <a:avLst>
              <a:gd name="adj" fmla="val 268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873752" y="2514600"/>
            <a:ext cx="868680" cy="868680"/>
          </a:xfrm>
          <a:prstGeom prst="ellipse">
            <a:avLst/>
          </a:prstGeom>
          <a:solidFill>
            <a:srgbClr val="FF6B5A"/>
          </a:solidFill>
          <a:ln/>
        </p:spPr>
      </p:sp>
      <p:pic>
        <p:nvPicPr>
          <p:cNvPr id="11" name="Image 1" descr="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235" y="27230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73752" y="3520440"/>
            <a:ext cx="2770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73752" y="4114800"/>
            <a:ext cx="2770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 to common career queries, any time of day.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84464" y="2148840"/>
            <a:ext cx="3410712" cy="3566160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04504" y="25146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987" y="27230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04504" y="3520440"/>
            <a:ext cx="2770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04504" y="4114800"/>
            <a:ext cx="2770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mentorship made accessible on the go.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We'd love to hear your thoughts on SkillShare Hub.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1005840" cy="0"/>
          </a:xfrm>
          <a:prstGeom prst="line">
            <a:avLst/>
          </a:prstGeom>
          <a:noFill/>
          <a:ln w="38100">
            <a:solidFill>
              <a:srgbClr val="FF6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Share Hub Project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2026-07-11T18:02:00Z</dcterms:created>
  <dcterms:modified xsi:type="dcterms:W3CDTF">2026-07-11T18:02:00Z</dcterms:modified>
</cp:coreProperties>
</file>